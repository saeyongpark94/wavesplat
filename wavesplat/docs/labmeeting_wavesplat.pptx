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Gaussian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Gaussian (plane wave)으로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Pre-registered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k-grid (81×81, ±4.0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JONSWAP 스펙트럼 (Hasselmann et al. 1973)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Hs, Tₚ로 파라미터화, 해양공학 표준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Gerstner wave (1802): 2차 비선형 정확해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수평 orbital 운동 포함 (trochoid)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Q-constraint: ΣQᵢωᵢAᵢ ≤ 1 (입자 교차 방지)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분산관계: ω = √(g|k|tanh(|k|d))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Newton-Raphson 역변환, 오차 &lt; 10⁻⁶ rad/s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실제 스펙: 1550 nm, 152 ch, 120°×25° FOV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Ray-surface 교차: Möller-Trumbore 알고리즘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삼각형 메시 위 정확한 교차점 계산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프레임당 ~76,000 ray → raydrop → ~50점 반환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Fresnel 반사 (unpolarized, n=1.321 @1550nm):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R(0°) ≈ 2%, R(89°) &gt; 80%  — 수면 광학 정확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거리 noise: σ = 0.02 m (2 cm, 1550nm 표준)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각도 noise: σ = 0.05° (beam divergence)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두 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  <a:r>
              <a:t>Uniform (diffuse):  P = η · R_Fresnel(θ) · cos(θ) / (d/d_ref)²</a:t>
            </a:r>
            <a:br/>
            <a:r>
              <a:t>  → 확산 반사 + 역제곱 감쇠 + Lambertian 투영</a:t>
            </a:r>
            <a:br/>
            <a:br/>
            <a:r>
              <a:t>Slope (specular):  반사각 r = d − 2(d·n)n 에서</a:t>
            </a:r>
            <a:br/>
            <a:r>
              <a:t>  retroreflection 조건 r·(−d) ≥ cos(5°) 일 때만 반환</a:t>
            </a:r>
            <a:br/>
            <a:r>
              <a:t>  → 파면 기울기에 따라 반환점 분포가 달라짐 (물리적)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754880"/>
            <a:ext cx="53035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분산관계 deep/shallow 극한 해석해 일치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Gerstner 단일파 RMSE &lt; 10⁻¹⁰ m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Fresnel R(0°) = ((n−1)/(n+1))² 정확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Q-constraint 위반 없음 (JONSWAP 전체)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파면 법선 항상 상향 (nz &gt; 0)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Raydrop 확률 ∈ [0,1], 단조 증가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Pre-registered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❗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VR = 0.66 → 진폭 34% 과소추정 (energy 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SS = +0.034 → 양수이지만 marginal (robust하다고 보기엔 작음)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Dir R² = −0.25 → 방향 성분이 chance 미만 (가장 큰 한계)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hydrofoil BF4-head 시나리오에서 feedforward gain 반전 관찰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시뮬레이션 전용 — 조파수조 실험 검증 계획 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선형 모델 → Stokes-2+ nonlinearity 미반영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Nₜᵣᵤₑ ≥ 30 이상 복잡 해상에서 성분 수 한계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Contributions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❶ Grid-free spectral Gaussian 파면 추정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❷ Dispersion hard constraint (5N→4N)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❸ Adaptive N (pruning + growth)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❹ Fresnel confidence weighting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❺ Pre-registered 6-metric panel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❻ 24-config ETKF sweep (fair baseline)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❼ Dispersion drift 정량화 (R̄ metric)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Summary:  nRMSE 30.1% lower  |  ~10× faster  |  SS only positive  |  Cohen's d=1.16 (large)  |  100 paired runs, p=1.1×10⁻¹⁵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계획: 논문 투고 &amp; 박사 학위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논문 투고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Target: Ocean Engineering (Elsevier)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40p 원고 + cover letter + graphical abstract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Next: 공동저자 sign-off → 투고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 (Hydrofoil Feedforward)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파면 예측 → 하이드로포일 2DOF feedforward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WaveSplat의 downstream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실험 완료, 초안 작성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 저널: 미정 (Ocean Engineering / JSR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박사 학위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Core thesis: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'선박 탑재 LiDAR 기반 실시간 파랑장 추정과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그 제어 응용'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1: Wave estimation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2: Wave-preview control (Hydrofoil)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3+: 확장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수조 실험 검증 (조파수조 + LiDAR)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GT: 파고계/용량식 센서로 ground truth 확보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Sim-to-Real gap 정량화 (spray, multi-path 등)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MPC 기반 6-DOF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Stokes-2 nonlinear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해류(current) 추정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