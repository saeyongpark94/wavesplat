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Gaussian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Gaussian (plane wave)으로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Pre-registered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polar k-grid (64 radial × 128 azimuthal)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(15°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Pre-registered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real LiDAR 검증 필요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Gaussian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Pre-registered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Real LiDAR 검증 (SNU 조파수조 → 실선)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