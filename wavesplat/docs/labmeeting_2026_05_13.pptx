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(Feng Wang et al. 2025, Coastal Engineering 197) 가 0.253 입니다. Wang2025 는 — 앙상블 300 개, fuzzy R 적응 등 — 원논문 세팅을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중요한 정정:</a:t>
            </a:r>
          </a:p>
          <a:p>
            <a:r>
              <a:t>  - 우리 110-episode dataset 의 default ship_speed = 0 kts (vessel 정지 상태) 입니다 (configs/default.yaml).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*같은 vessel 위치* 에서 *다른 phase 의 wave* 를 관측 — temporal coherence 가 multi-frame 효과의 원천.</a:t>
            </a:r>
          </a:p>
          <a:p>
            <a:r>
              <a:t>  - Future deployment 시 (V &gt; 0 kts) 추가 synthetic aperture 효과 — 현재는 미적용.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**중요** — 우리 110-episode dataset 의 default vessel speed 는 **0 kts (정지)** 입니다 (configs/default.yaml ship_speed_kts=0). 그러므로 *우리 코드/실험에서 의존하는 것은 wave 자체의 시간 진화* 입니다. wave η(x, t) = A·cos(k·x − ω·t + φ) 의 *시간 t 의 진행* 이 매 frame 의 phase 를 변화시켜서, 같은 위치의 LiDAR 점이라도 frame 마다 *다른 phase 정보* 를 제공합니다.</a:t>
            </a:r>
          </a:p>
          <a:p/>
          <a:p>
            <a:r>
              <a:t>**우리 데이터에서 작동하는 본질** — *temporal coherence + dispersion 의 ω↔k 매핑* 입니다. Multi-frame 의 t 정보로 phase 변화를 sampling 하고, dispersion 으로 ω 와 k 를 결합하면 spatial Nyquist 한계를 우회할 수 있습니다. 다음 슬라이드의 beamforming score 식이 이를 정량으로 보여줍니다.</a:t>
            </a:r>
          </a:p>
          <a:p/>
          <a:p>
            <a:r>
              <a:t>**(Future work)** Vessel motion 기반 synthetic aperture (SAR-style) 는 *향후 연구* 로 분리합니다. Wiley 1954 의 SAR 원리를 ocean LiDAR 에 적용하면 V·T 만큼 추가 spatial coverage 가 생기지만, 현재 코드와 dataset 은 vessel 정지 가정이라 검증 못 했습니다. Future work 슬라이드 (page 25) 에서 다룰 예정입니다.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500 개면 27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*시간 정보 활용 (temporal coherence)* 입니다. 한 순간의 LiDAR 점 50 개만으로는 파도의 방향을 정확히 알기 어렵습니다. 하지만 *wave 자체가 시간에 따라 propagate* 하므로 — η(x, t) = A·cos(k·x − ω·t + φ) 의 t 진행이 매 frame 의 phase 를 변화시킵니다 — 여러 순간의 데이터를 모으면 같은 위치에서도 *다른 phase 정보* 를 얻을 수 있고요, dispersion 으로 ω 와 k 를 연결하면 wavenumber 모호성이 해소됩니다. 우리 dataset 의 vessel 은 정지 상태 (default 0 kts) 이고 코드도 정지 vessel 가정으로 작성/검증되어 있어서 *wave 자체의 시간 진화* 가 multi-frame 의 본질입니다. Vessel motion 기반 synthetic aperture (SAR-style) 는 현재 미적용이고 향후 연구 슬라이드 (page 25) 에서 별도로 다룹니다.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*wave 자체가 시간에 따라 propagate* 하므로 여러 순간의 데이터를 모으면 같은 위치에서도 *다른 phase 정보* 를 얻을 수 있고, dispersion 으로 ω 와 k 를 연결하면 파수 추정이 가능해집니다 (현재 dataset 의 vessel 은 정지 상태).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네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*Vessel 정지 가정* 입니다. *코드와 dataset 모두에서 SA 가 적용되어 있지 않다* 는 것을 3중으로 검증했습니다. 첫째 *코드 측* — wavesim/pipeline.py 96 행이 시간 loop *바깥* 에서 ray 를 1 회만 generate 하면서 ship_x=ship_y=0 으로 하드코딩되어 있고, 코멘트도 'ship is stationary' 라고 명시합니다. ship_speed_kts 라는 config field 는 정의만 되어 있고 어디에서도 읽히지 않는 dead config 입니다. 둘째 *dataset 측* — HDF5 에 per-frame ship 위치 field 자체가 존재하지 않습니다 (저장된 건 timestamps, lidar_points, gt_wave_field 정도). 셋째 *empirical 검증* — 한 episode (30 s, 301 frame) 의 lidar_points x_mean 변동이 std 1.68 m 정도인데, 만약 V=11.3 m/s 였다면 30 초 동안 339 m 이동했어야 하는 것과 명백히 모순됩니다. </a:t>
            </a:r>
          </a:p>
          <a:p/>
          <a:p>
            <a:r>
              <a:t>이게 의미하는 건 — 우리가 의존하는 mechanism 은 *순전히 wave 자체의 시간 진화 + dispersion* 이고, 실험 결과 (nRMSE 0.211, 12 episodes) 는 이 mechanism 만으로 BF3-BF6 영역에서 작동함을 empirically 증명합니다. 다만 LiDAR patch 가 5–8 m 정도라 *매우 긴 swell* (|k| &lt; 0.3 rad/m, λ &gt; 20 m) 은 sub-wavelength 영역이라 direction (kx, ky) 해상도가 떨어질 수 있습니다. dispersion 으로 |k| 는 잡혀도 방향 ambiguity 가 남는 거죠. 이걸 해결하는 가장 자연스러운 방법이 vessel motion 으로 V·T 만큼 synthetic aperture 를 만드는 것이고, 이건 page 25 future work 슬라이드에서 다룹니다.</a:t>
            </a:r>
          </a:p>
          <a:p/>
          <a:p>
            <a:r>
              <a:t>네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네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*Vessel motion 기반 synthetic aperture* 입니다. 현재 코드와 dataset 은 모두 vessel 정지 (V=0 kts) 가정으로 만들어져 있어서 SA 효과는 검증된 적이 없습니다. Wiley 1954 의 SAR 원리에 따르면 vessel 이 V 의 속도로 T 시간 동안 이동하면 V·T 만큼 추가 spatial coverage 가 생기고, 이것이 wave 의 시간 진화와 결합되면 wavenumber 분해능이 더 향상될 수 있습니다. Ship-mounted LiDAR 에서 SA 를 적용한 사례는 아직 없어서, 우리가 첫 시도가 될 수 있습니다.</a:t>
            </a:r>
          </a:p>
          <a:p/>
          <a:p>
            <a:r>
              <a:t>네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 (현재 dataset 가정)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현재 110 episode 의 default: ship_speed = 0 kts (vessel 정지 상태, configs/default.yaml)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multi-frame stacking 의 효과는 *wave 자체의 시간 진화* 에서 옴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motion 기반 synthetic aperture 는 *향후 연구* 로 분리 (page 25 Future work 참조)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Temporal coherence (시간 정보가 phase 기준점)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이 정지해 있어도 *wave 자체의 시간 진화* 가 multi-frame 효과 제공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 propagation: η(x, t) = A·cos(k·x − ω·t + φ) 의 시간 t 가 *phase 변화* 를 만듦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frame 이 (x_i, y_i, t_i, η_i) 4D 점 — temporal coherence 로 wavenumber 모호성 해소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Multi-frame temporal sampling + dispersion 의 ω→k 매핑 → wavenumber 추정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10 frame × 50 점 = 500 점, T_window = 1 s 로 phase 변화 sampling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Spatial Nyquist 0.4 rad/m 우회 가능 (다음 슬라이드 score 식 참조)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Note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Vessel motion 기반 synthetic aperture (SAR-style) 는 *향후 연구 (Future work)*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현재 코드/dataset 은 vessel 정지 가정. SA 추가 시 추가 분해능 향상 가능 → page 25 Future work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= L_data + L_L1 + L_smooth (3 항, 자세한 식은 Track slide page 15 참조)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A, φ) — multi-frame init window 전체에 fit (ω 는 dispersion 으로 자동)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SNR gain = N²/N = N (점 수에 비례, 500 점이면 27 dB gain)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-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Calibri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측정점, c_i: geometry-aware confidence weight (가까울수록 ↑)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Calibri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(cumulative energy 기반)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energy_n = A_n² 계산 → 내림차순 정렬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</a:t>
            </a:r>
            <a:r>
              <a:rPr sz="1000" b="0">
                <a:solidFill>
                  <a:srgbClr val="007ACC"/>
                </a:solidFill>
                <a:latin typeface="Calibri"/>
              </a:rPr>
              <a:t>Top components 가 (1 − prune_threshold) = </a:t>
            </a:r>
            <a:r>
              <a:rPr sz="1000" b="1">
                <a:solidFill>
                  <a:srgbClr val="007ACC"/>
                </a:solidFill>
                <a:latin typeface="Calibri"/>
              </a:rPr>
              <a:t>90% cumulative energy</a:t>
            </a:r>
            <a:r>
              <a:rPr sz="1000" b="0">
                <a:solidFill>
                  <a:srgbClr val="007ACC"/>
                </a:solidFill>
                <a:latin typeface="Calibri"/>
              </a:rPr>
              <a:t> 도달까지만 유지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(config default)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(pruning + growth 둘 다 적용)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변경 (prune 또는 grow) 전후 residual RMS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RMS_after &gt; 1.3 · RMS_before → 즉시 saved state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prune/grow 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temporal coherence)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η(x, t) = A·cos(k·x − ω·t + φ) 의 *t 진행* 이 매 frame phase 변화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dataset (vessel 정지, V=0 kts) 에서 wave 자체의 시간 진화로 multi-frame 효과 작동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10 frame × 50 점 = 500 점, T_window=1s 의 (x_i, y_i, t_i, η_i) 4D 정보로 k 모호성 해소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Note: vessel motion 기반 synthetic aperture 는 *현재 미적용* → 향후 연구 (page 25)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Multi-frame temporal coherence (wave 시간 진화)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ω↔k 결합 → 자유도 5N→4N + 물리적 제약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Vessel 정지 가정 (V=0 kts) — 장-swell direction 해상도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코드: wavesim/pipeline.py:96 ship_x=ship_y=0 하드코딩 (time loop 밖에서 ray 1회 생성)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Dataset: HDF5 에 per-frame ship 위치 field 자체가 없음 (110 episode 모두)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실측 검증: 30s × 301frame 동안 x_mean 변동 std 1.68 m (V=11.3 m/s 면 339 m 이동했어야)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영향: LiDAR patch 5–8 m → |k|&lt;0.3 rad/m (λ&gt;20 m 장-swell) 은 sub-wavelength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dispersion + 시간진화로 |k| 는 잡혀도 (kx,ky) direction 해상도 저하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vessel motion 도입 → V·T 만큼 synthetic aperture (page 25 future work)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4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4가지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 (Klein 2020 NLSE 수준)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Vessel motion 기반 synthetic aperture (SAR-style)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코드/dataset 모두 vessel 정지 (V=0 kts) 가정 — SA 미적용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V &gt; 0 시 V·T 만큼 추가 spatial coverage → 분해능 향상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Reference: Wiley 1954 SAR 원리, ship-mounted LiDAR 응용 첫 시도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4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+ wave buoy / X-band radar 병행 측정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(arXiv:2501.08430,
14 Jan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