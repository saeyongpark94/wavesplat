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가 0.253 입니다. Wang2025 는 2025 년에 출판된 논문 (Coastal Engineering 197) 의 방법을 — 앙상블 300 개, fuzzy R 적응 등 —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사용자 질문의 답 ('관측 창만 이동') 맞음: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Vessel (LiDAR mount 점) 만 그 격자 안을 V=11.3 m/s 로 이동.</a:t>
            </a:r>
          </a:p>
          <a:p>
            <a:r>
              <a:t>  - 매 frame Δt=0.1 s 동안 vessel 위치가 1.13 m 전진. LiDAR FOV (관측 창) 도 함께 이동 — 매 frame 다른 영역 관측.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다른 vessel 위치에서 wave 의 다른 부분을 관측 — 이게 paper 의 main framing 인 synthetic aperture 효과의 원천.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**해결책은 *synthetic aperture* — 합성 개구 발상** 입니다. 이 개념은 1950 년대 Carl Wiley (1954 년 발표) 가 제안한 SAR (Synthetic Aperture Radar) 에서 출발했습니다. 핵심 아이디어를 설명드리면 — antenna 의 분해능은 *antenna 크기* D 에 비례합니다. λ/D. 그래서 작은 antenna 는 분해능이 나쁘죠. 그런데 *움직이는 antenna 가 매 시점 다른 위치에서 측정* 하면, 누적된 measurement 가 마치 D = V·T 크기의 큰 antenna 처럼 작동합니다. 이 가상의 큰 antenna 가 *effective aperture* 즉 *합성된 측정 개구* 입니다.</a:t>
            </a:r>
          </a:p>
          <a:p/>
          <a:p>
            <a:r>
              <a:t>**Effective aperture 가 12 페이지에 나오는 이유** — multi-frame stacking 의 효과를 정량으로 표현하는 표준 metric 이기 때문입니다. 우리 case 에서 effective aperture L_SA = V × T_init = 11.3 m/s × 1 s = **11.3 m** 입니다. Single frame 의 점 간격 Δy 5-8 m 의 약 1.5-2 배죠. 이 effective aperture 로부터 wavenumber 분해능이 결정됩니다 — Δk ≈ 2π / L_SA ≈ **0.56 rad/m**. 이 분해능으로 0.5 에서 3 rad/m 영역의 wave 를 추정할 수 있어서 Nyquist 한계 0.4 를 우회한 셈입니다.</a:t>
            </a:r>
          </a:p>
          <a:p/>
          <a:p>
            <a:r>
              <a:t>여기서 *왜 단순히 점이 500 개로 늘어나는 것이 아니라 effective aperture 가 핵심인가* 가 중요합니다. 점 수 증가만으로는 spatial Nyquist 가 그대로일 수 있어요 — 점들이 같은 영역에 모여 있으면 (e.g. 모두 vessel 근처) Δy 가 그대로. 하지만 *vessel 이 이동하면서 vessel-frame 으로는 같은 위치에 있는 점이 world-frame 으로는 다른 위치* 가 됩니다. 그래서 effective coverage 가 V·T 만큼 확장되는 거죠. 추가로 *시간 정보 t_i 가 phase 기준점을 제공* 해서 각 점이 (x, y, t, η) 4D 로 temporal coherence 까지 활용 가능. 이 두 효과가 결합해서 synthetic aperture 가 완성됩니다.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*선박 이동의 합성 개구 효과* 입니다. 한 순간의 LiDAR 점 50 개만으로는 파도의 방향을 정확히 알기 어렵습니다. 하지만 선박이 이동하면서 여러 순간의 데이터를 모으면 마치 긴 안테나를 만든 것처럼 분해능이 좋아집니다. 이것을 합성 개구 (synthetic aperture) 라 부르고, 레이더 분야의 SAR 과 같은 원리입니다.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선박이 이동하면서 여러 순간의 데이터를 모으면 관측 영역이 효과적으로 넓어져서 파수를 정확히 추정할 수 있습니다.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</a:t>
            </a:r>
            <a:r>
              <a:rPr sz="900" b="0">
                <a:solidFill>
                  <a:srgbClr val="1A1A2E"/>
                </a:solidFill>
                <a:latin typeface="Calibri"/>
              </a:rPr>
              <a:t>: 파도 격자는 world frame 에 고정 (수백 m × 수백 m)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(LiDAR mount) 만 격자 안을 V=11.3 m/s 로 이동 → 관측 창만 이동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파도는 t 의 진행으로 자연 propagate (격자 자체는 그대로)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Synthetic Aperture (합성 개구) 발상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(Synthetic Aperture Radar, 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*Single antenna 분해능* = λ / D (D = antenna 크기) — 작은 antenna 는 분해능 나쁨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*움직이는 antenna 가 매 시점 다른 위치에서 측정* → 누적된 measurement 가 마치 D = V·T 만큼 큰 antenna 처럼 작동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이 가상의 큰 antenna 가 </a:t>
            </a:r>
            <a:r>
              <a:rPr sz="1000" b="1">
                <a:solidFill>
                  <a:srgbClr val="1A1A2E"/>
                </a:solidFill>
                <a:latin typeface="Calibri"/>
              </a:rPr>
              <a:t>'effective aperture'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즉 *합성된 측정 개구*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Effective aperture 정의 + 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L_SA (effective aperture) = V · T_init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 = 11.3 m/s (vessel 속도), T_init = 1 s (multi-frame 누적 시간)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L_SA = </a:t>
            </a:r>
            <a:r>
              <a:rPr sz="1000" b="1">
                <a:solidFill>
                  <a:srgbClr val="1A1A2E"/>
                </a:solidFill>
                <a:latin typeface="Calibri"/>
              </a:rPr>
              <a:t>11.3 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의 Δy 5-8 m 보다 1.5-2× 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Wavenumber 분해능 Δk ≈ 2π / L_SA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(single frame 0.4 rad/m 한계 우회)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핵심: *시간 정보 t_i 가 phase 기준점* — 각 점이 (x, y, t, η) 4D 로 temporal coherence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Loss: L(θ) = Σ_frame Σ_i [η_model(x_i, t; θ) − η_obs(x_i, t)]²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ω, A, φ) — multi-frame init window 전체에 fit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(least squares + regularization)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L(θ) = Σ_i w_i·[η_model(x_i,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+ λ_L1·‖A‖₁ + λ_smooth·Σ_n (A_n − A_{n-1})²  (코드: lambda_l1=0.001, lambda_smooth=0.0001)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LiDAR 측정점 (frame 당 ~50 점), w_i: geometry-aware confidence weight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L1 항: amplitude sparsity 유도 / smooth 항: spectral 부드러움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(가지치기)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(energy fraction)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하위 10% energy component 제거 (top 90% 유지)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(안전 복귀)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새 component 추가 후 RMSE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RMSE_new &gt; 1.3 · RMSE_old: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즉시 이전 state 로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추가의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융합)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선박이 V=11.3 m/s로 이동하면, 1초 동안 11.3m를 쓸고 지나감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 효과로 '가상의 긴 안테나(synthetic aperture)'가 만들어짐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단일 프레임 LiDAR 범위 5-8m → multi-frame으로 11m+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파수(k)의 모호성이 해소됨 (어떤 파도인지 구분 가능해짐)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선박 이동 → synthetic aperture(합성 개구) 형성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물리적 제약 부여 → 탐색 공간 축소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