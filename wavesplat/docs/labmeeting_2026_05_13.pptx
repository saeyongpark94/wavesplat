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1950 년대 Carl Wiley (1954 년 발표)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 + regularization)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w_i·[η_model(x_i,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+ λ_L1·‖A‖₁ + λ_smooth·Σ_n (A_n − A_{n-1})²  (코드: lambda_l1=0.001, lambda_smooth=0.0001)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점), w_i: geometry-aware confidence weight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L1 항: amplitude sparsity 유도 / smooth 항: spectral 부드러움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(energy fraction)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하위 10% energy component 제거 (top 90% 유지)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