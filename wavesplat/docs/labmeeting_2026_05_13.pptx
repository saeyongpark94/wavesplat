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Wang-Pan 2021/22, Wang 2025, Yan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EnKF — 앙상블 칼만 필터입니다. 50 에서 300 개의 wave simulation 을 동시에 진행하면서, 측정값이 들어올 때마다 베이지안 업데이트로 갱신하는 방식입니다. Forecast 단계에서는 각 ensemble member 가 wave model 로 시간을 진행하고, Analysis 단계에서는 ensemble 평균과 covariance 로부터 Kalman gain 을 계산해 update 합니다. 원래 기상학 데이터 동화에서 출발한 기법인데 Wang-Pan 2021 이 wave estimation 에 처음 적용했습니다.</a:t>
            </a:r>
          </a:p>
          <a:p/>
          <a:p>
            <a:r>
              <a:t>HOS — High-Order Spectral method 라고 부르는 비선형 wave model 입니다. 우리가 쓰는 LWT 는 plane wave 의 단순 선형 중첩으로만 표현해서 ε &lt; 0.07 에서만 정확합니다. 반면 HOS 는 표면 경계 조건의 비선형 항 — 두 파도가 만나서 생기는 추가 파도 같은 wave-wave interaction — 까지 spectral 로 계산해서 ε ~ 0.1 까지 처리 가능합니다. Dommermuth &amp; Yue 1987 과 West et al. 1987 이 독립적으로 제안한 후 ocean engineering 의 표준이 됐고요, Klein 2020 의 정량 비교에서 HOSM &gt; NLSE2 &gt; NLSE &gt; LWT 순으로 정확도가 정리됐습니다.</a:t>
            </a:r>
          </a:p>
          <a:p/>
          <a:p>
            <a:r>
              <a:t>이 family 의 발전 과정을 보면 — Wang &amp; Pan 2021 이 EnKF + HOS 를 처음 결합했고, 2022 에서 current 까지 동시 추정하도록 확장 (EnKF-HOS-C), 그리고 가장 최근 Wang 2025 가 앙상블 300 개에 fuzzy R (측정 노이즈 자동 적응) 과 Delaunay 보간 (불규칙 측정점 처리) 을 추가했습니다.</a:t>
            </a:r>
          </a:p>
          <a:p/>
          <a:p>
            <a:r>
              <a:t>우리는 Wang 2025 의 방법을 코드로 충실히 재현했습니다 — Ne=300, 80×60 격자, dx=3m, fuzzy R, Delaunay 모두 포함. 원논문과의 차이는 forecast 모델로 HOS 대신 linear dispersion 을 사용한 것인데요, 이건 우리 WaveSplat 도 linear 이므로 공정 비교를 위해서입니다.</a:t>
            </a:r>
          </a:p>
          <a:p/>
          <a:p>
            <a:r>
              <a:t>비교 결과 WaveSplat 이 nRMSE 0.211 에 13 ms 인 반면 Wang2025 는 0.253 에 632 ms 입니다. 에피소드별로 보면 단순 파도 (1-5 성분) 에서는 WaveSplat 이 압도적이지만 — 예를 들어 BF3 2-comp 에서 0.052 vs 0.250 — 복잡한 파도 (15-30 성분) 에서는 Wang2025 가 더 나은 경우도 있어서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**해결책은 *synthetic aperture* — 합성 개구 발상** 입니다. 이 개념은 1965 년 Wiley 가 제안한 SAR (Synthetic Aperture Radar) 에서 출발했습니다. 핵심 아이디어를 설명드리면 — antenna 의 분해능은 *antenna 크기* D 에 비례합니다. λ/D. 그래서 작은 antenna 는 분해능이 나쁘죠. 그런데 *움직이는 antenna 가 매 시점 다른 위치에서 측정* 하면, 누적된 measurement 가 마치 D = V·T 크기의 큰 antenna 처럼 작동합니다. 이 가상의 큰 antenna 가 *effective aperture* 즉 *합성된 측정 개구* 입니다.</a:t>
            </a:r>
          </a:p>
          <a:p/>
          <a:p>
            <a:r>
              <a:t>**Effective aperture 가 12 페이지에 나오는 이유** — multi-frame stacking 의 효과를 정량으로 표현하는 표준 metric 이기 때문입니다. 우리 case 에서 effective aperture L_SA = V × T_init = 11.3 m/s × 1 s = **11.3 m** 입니다. Single frame 의 점 간격 Δy 5-8 m 의 약 1.5-2 배죠. 이 effective aperture 로부터 wavenumber 분해능이 결정됩니다 — Δk ≈ 2π / L_SA ≈ **0.56 rad/m**. 이 분해능으로 0.5 에서 3 rad/m 영역의 wave 를 추정할 수 있어서 Nyquist 한계 0.4 를 우회한 셈입니다.</a:t>
            </a:r>
          </a:p>
          <a:p/>
          <a:p>
            <a:r>
              <a:t>여기서 *왜 단순히 점이 500 개로 늘어나는 것이 아니라 effective aperture 가 핵심인가* 가 중요합니다. 점 수 증가만으로는 spatial Nyquist 가 그대로일 수 있어요 — 점들이 같은 영역에 모여 있으면 (e.g. 모두 vessel 근처) Δy 가 그대로. 하지만 *vessel 이 이동하면서 vessel-frame 으로는 같은 위치에 있는 점이 world-frame 으로는 다른 위치* 가 됩니다. 그래서 effective coverage 가 V·T 만큼 확장되는 거죠. 추가로 *시간 정보 t_i 가 phase 기준점을 제공* 해서 각 점이 (x, y, t, η) 4D 로 temporal coherence 까지 활용 가능. 이 두 효과가 결합해서 synthetic aperture 가 완성됩니다.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모두. Coarse-to-fine schedule 로 stage 1 (low N, lr=0.05) → stage 2 (more N, lr=0.01) 처럼 점진적 정밀화. 기본 max iteration 은 stage 별 200, 200, 500 합쳐서 900 iter — loss threshold 도달 시 조기 종료.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lr=0.01, 50 iterations 로 frame 당 약 13 ms 가 걸립니다.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Synthetic Aperture (합성 개구) 발상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(Synthetic Aperture Radar, Wiley 1965)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*Single antenna 분해능* = λ / D (D = antenna 크기) — 작은 antenna 는 분해능 나쁨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*움직이는 antenna 가 매 시점 다른 위치에서 측정* → 누적된 measurement 가 마치 D = V·T 만큼 큰 antenna 처럼 작동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이 가상의 큰 antenna 가 </a:t>
            </a:r>
            <a:r>
              <a:rPr sz="1000" b="1">
                <a:solidFill>
                  <a:srgbClr val="1A1A2E"/>
                </a:solidFill>
                <a:latin typeface="Calibri"/>
              </a:rPr>
              <a:t>'effective aperture'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즉 *합성된 측정 개구*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Effective aperture 정의 + 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L_SA (effective aperture) = V · T_init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 = 11.3 m/s (vessel 속도), T_init = 1 s (multi-frame 누적 시간)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L_SA = </a:t>
            </a:r>
            <a:r>
              <a:rPr sz="1000" b="1">
                <a:solidFill>
                  <a:srgbClr val="1A1A2E"/>
                </a:solidFill>
                <a:latin typeface="Calibri"/>
              </a:rPr>
              <a:t>11.3 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의 Δy 5-8 m 보다 1.5-2× 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Wavenumber 분해능 Δk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0.4 rad/m 한계 우회)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핵심: *시간 정보 t_i 가 phase 기준점* — 각 점이 (x, y, t, η) 4D 로 temporal coherence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50×50 = 2,500 후보 격자에서 S(k) peak top-N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Loss: L(θ) = Σ_frame Σ_i [η_model(x_i, t; θ) − η_obs(x_i, t)]²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ω, A, φ) — multi-frame init window 전체에 fit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stage 1 (low N, lr 0.05) → stage 2 (more N, lr 0.01)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default: 200 + 200 + 500 = 900 iterations 까지 (loss threshold 도달 시 조기 종료)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(least squares)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LiDAR 측정점 (frame 당 ~50 점)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최소화 → wave model 이 측정값에 가장 가깝게 fit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 2014)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lr=0.01, 50 iter / frame → ~13 ms (CPU)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2025 (Coastal Eng 197)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Stereo camera 2D 실시간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충실 재현 대상**, 격자 한계, 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2023 (Ocean Eng)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2025 PFT-PINN (PRF)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2025 (arXiv VOF-EnKF)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