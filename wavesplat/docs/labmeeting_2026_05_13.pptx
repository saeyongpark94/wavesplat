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1950 년대 Carl Wiley (1954 년 발표)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c_i: geometry-aware confidence weight (가까울수록 ↑)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(energy fraction)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하위 10% energy component 제거 (top 90% 유지)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